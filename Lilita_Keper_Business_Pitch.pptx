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D4AF37"/>
                </a:solidFill>
              </a:defRPr>
            </a:pPr>
            <a:r>
              <a:t>Lilita Keper</a:t>
            </a:r>
            <a:br/>
            <a:r>
              <a:t>Revenue Acceleration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AF8F3"/>
                </a:solidFill>
              </a:defRPr>
            </a:pPr>
            <a:r>
              <a:t>Partnership Program for Luxury Bookings, Sales Management &amp; International Workshops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40,600+ travel professionals • 3x revenue potential • 90-day launch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2416"/>
                </a:solidFill>
              </a:defRPr>
            </a:pPr>
            <a: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🌍 Global Reach: 40,600 vetted travel professionals ready to send clients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⏰ Time Savings: Automated booking, calendar &amp; responses—manage from anywhere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💰 Revenue Multiplier: Direct bookings + travel agent commissions + premium packages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📈 Scalable: Same system for 1 suite or 50—grow without adding staff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🎯 Focus: We handle bookings, marketing, agents—you run the lodge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2416"/>
                </a:solidFill>
              </a:defRPr>
            </a:pPr>
            <a:r>
              <a:t>Current State vs. Potential (Year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</a:defRPr>
            </a:pPr>
            <a:r>
              <a:t>TODAY</a:t>
            </a:r>
          </a:p>
          <a:p>
            <a:pPr>
              <a:defRPr sz="1600" b="0">
                <a:solidFill>
                  <a:srgbClr val="3A3A3A"/>
                </a:solidFill>
              </a:defRPr>
            </a:pPr>
          </a:p>
          <a:p>
            <a:pPr>
              <a:defRPr sz="1600" b="0">
                <a:solidFill>
                  <a:srgbClr val="3A3A3A"/>
                </a:solidFill>
              </a:defRPr>
            </a:pPr>
            <a:r>
              <a:t>5 Suites</a:t>
            </a:r>
          </a:p>
          <a:p>
            <a:pPr>
              <a:defRPr sz="1600" b="0">
                <a:solidFill>
                  <a:srgbClr val="3A3A3A"/>
                </a:solidFill>
              </a:defRPr>
            </a:pPr>
            <a:r>
              <a:t>20-30% Occupancy</a:t>
            </a:r>
          </a:p>
          <a:p>
            <a:pPr>
              <a:defRPr sz="1600" b="0">
                <a:solidFill>
                  <a:srgbClr val="3A3A3A"/>
                </a:solidFill>
              </a:defRPr>
            </a:pPr>
            <a:r>
              <a:t>Manual Booking</a:t>
            </a:r>
          </a:p>
          <a:p>
            <a:pPr>
              <a:defRPr sz="1600" b="0">
                <a:solidFill>
                  <a:srgbClr val="3A3A3A"/>
                </a:solidFill>
              </a:defRPr>
            </a:pPr>
            <a:r>
              <a:t>Limited Reach</a:t>
            </a:r>
          </a:p>
          <a:p>
            <a:pPr>
              <a:defRPr sz="1600" b="0">
                <a:solidFill>
                  <a:srgbClr val="3A3A3A"/>
                </a:solidFill>
              </a:defRPr>
            </a:pPr>
            <a:r>
              <a:t>Basic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F5233"/>
                </a:solidFill>
              </a:defRPr>
            </a:pPr>
            <a:r>
              <a:t>YEAR 1</a:t>
            </a:r>
          </a:p>
          <a:p>
            <a:pPr>
              <a:defRPr sz="1600" b="0">
                <a:solidFill>
                  <a:srgbClr val="3A3A3A"/>
                </a:solidFill>
              </a:defRPr>
            </a:pPr>
          </a:p>
          <a:p>
            <a:pPr>
              <a:defRPr sz="1600" b="0">
                <a:solidFill>
                  <a:srgbClr val="3A3A3A"/>
                </a:solidFill>
              </a:defRPr>
            </a:pPr>
            <a:r>
              <a:t>50-65% Occupancy</a:t>
            </a:r>
          </a:p>
          <a:p>
            <a:pPr>
              <a:defRPr sz="1600" b="0">
                <a:solidFill>
                  <a:srgbClr val="3A3A3A"/>
                </a:solidFill>
              </a:defRPr>
            </a:pPr>
            <a:r>
              <a:t>3x Revenue</a:t>
            </a:r>
          </a:p>
          <a:p>
            <a:pPr>
              <a:defRPr sz="1600" b="0">
                <a:solidFill>
                  <a:srgbClr val="3A3A3A"/>
                </a:solidFill>
              </a:defRPr>
            </a:pPr>
            <a:r>
              <a:t>Fully Automated</a:t>
            </a:r>
          </a:p>
          <a:p>
            <a:pPr>
              <a:defRPr sz="1600" b="0">
                <a:solidFill>
                  <a:srgbClr val="3A3A3A"/>
                </a:solidFill>
              </a:defRPr>
            </a:pPr>
            <a:r>
              <a:t>40.6K Agent Network</a:t>
            </a:r>
          </a:p>
          <a:p>
            <a:pPr>
              <a:defRPr sz="1600" b="0">
                <a:solidFill>
                  <a:srgbClr val="3A3A3A"/>
                </a:solidFill>
              </a:defRPr>
            </a:pPr>
            <a:r>
              <a:t>Real-Time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2416"/>
                </a:solidFill>
              </a:defRPr>
            </a:pPr>
            <a:r>
              <a:t>4 Revenue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1️⃣ Direct Bookings: Guests book on your website. Est. 10-15/month at $3-5K = $180-270K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2️⃣ Luxury Curator Partnerships: Luxury Curators, selective travel agents book premium packages. Est. 8-12/month = $150-200K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3️⃣ Photography Tours &amp; Content: Professional photographers, travel media, influencers + licensing. Est. 3-5/month = $80-120K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4️⃣ High-Commission Travel Network: TUI partners, luxury agencies (20-25% commission). Est. 10-20/month = $100-150K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2416"/>
                </a:solidFill>
              </a:defRPr>
            </a:pPr>
            <a:r>
              <a:t>Your Integrated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📅 Live Booking Calendar: Real-time availability on your website. Instant confirmations.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📊 Account Dashboard: Bookings, revenue, agent performance, occupancy %,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🤖 AI Agents: Auto-responses to inquiries, commission calculations, smart follow-ups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📧 Contact Management: 40.6K contacts organized by type. Segment &amp; campaign.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💰 Finance Integration: Commission tracking, payment processing, tax-ready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2416"/>
                </a:solidFill>
              </a:defRPr>
            </a:pPr>
            <a:r>
              <a:t>90-Day Launch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Week 1-2: Setup &amp; Onboarding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  • Calendly embedded on your site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  • Platform trained on your pricing &amp; policies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Week 2-4: Agent Outreach Launch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  • 200 travel agents contacted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  • First bookings &amp; responses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Week 4-8: Scale &amp; Optimize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  • Expand to 1,000+ agents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  • Launch corporate/wedding packages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Week 8-12: Full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  • First workshop booked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  • Handoff to your team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2416"/>
                </a:solidFill>
              </a:defRPr>
            </a:pPr>
            <a:r>
              <a:t>Year 1 Revenue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Conservative estimates based on 50-65% occupancy + partnerships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2C2416"/>
                </a:solidFill>
              </a:defRPr>
            </a:pPr>
            <a:r>
              <a:t>Direct Bookings: $180K - 270K</a:t>
            </a:r>
          </a:p>
          <a:p>
            <a:pPr>
              <a:spcAft>
                <a:spcPts val="200"/>
              </a:spcAft>
              <a:defRPr sz="1600" b="0">
                <a:solidFill>
                  <a:srgbClr val="2C2416"/>
                </a:solidFill>
              </a:defRPr>
            </a:pPr>
            <a:r>
              <a:t>Luxury Curator Partnerships: $150K - 200K</a:t>
            </a:r>
          </a:p>
          <a:p>
            <a:pPr>
              <a:spcAft>
                <a:spcPts val="200"/>
              </a:spcAft>
              <a:defRPr sz="1600" b="0">
                <a:solidFill>
                  <a:srgbClr val="2C2416"/>
                </a:solidFill>
              </a:defRPr>
            </a:pPr>
            <a:r>
              <a:t>Photography Tours &amp; Content: $80K - 120K</a:t>
            </a:r>
          </a:p>
          <a:p>
            <a:pPr>
              <a:spcAft>
                <a:spcPts val="200"/>
              </a:spcAft>
              <a:defRPr sz="1600" b="0">
                <a:solidFill>
                  <a:srgbClr val="2C2416"/>
                </a:solidFill>
              </a:defRPr>
            </a:pPr>
            <a:r>
              <a:t>High-Commission Travel Network: $100K - 150K</a:t>
            </a:r>
          </a:p>
          <a:p>
            <a:pPr>
              <a:spcAft>
                <a:spcPts val="200"/>
              </a:spcAft>
              <a:defRPr sz="1600" b="1">
                <a:solidFill>
                  <a:srgbClr val="D4AF37"/>
                </a:solidFill>
              </a:defRPr>
            </a:pPr>
            <a:r>
              <a:t>TOTAL POTENTIAL: $510K - $740K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  3-5 tours/month + content licensing</a:t>
            </a:r>
          </a:p>
          <a:p/>
          <a:p>
            <a:pPr>
              <a:defRPr sz="1200">
                <a:solidFill>
                  <a:srgbClr val="666666"/>
                </a:solidFill>
              </a:defRPr>
            </a:pPr>
            <a:r>
              <a:t>  10-20 bookings/month @ 20-25%</a:t>
            </a:r>
          </a:p>
          <a:p/>
          <a:p>
            <a:pPr>
              <a:defRPr sz="1200">
                <a:solidFill>
                  <a:srgbClr val="666666"/>
                </a:solidFill>
              </a:defRPr>
            </a:pPr>
            <a:r>
              <a:t>  85% net to lodge (lower take-rate fees)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2416"/>
                </a:solidFill>
              </a:defRPr>
            </a:pPr>
            <a:r>
              <a:t>Investment &amp;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💵 Setup Fee: $2,500 one-time (implementation, training, integration)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📊 Monthly Platform: $500/month (calendar, bookings, contacts, reporting)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    • Cancel anytime after 6-month minimum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💰 Performance Commissions: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    • Travel agent bookings: 15%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    • Corporate/wedding packages: 10% markup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    • Workshops: 20% facilitation fee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✅ BREAK-EVEN: 4-5 additional bookings/month covers all costs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   Most lodges see ROI within 30 days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2416"/>
                </a:solidFill>
              </a:defRPr>
            </a:pPr>
            <a:r>
              <a:t>What's Included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✓ Live calendar + booking system on your website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✓ Automated guest confirmations &amp; reminders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✓ 40.6K travel agent database + outreach campaigns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✓ Bounce recovery (auto-find new agent contacts)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✓ Commission tracking &amp; monthly reporting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✓ AI booking assistant for 24/7 inquiries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✓ Account management dashboard with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✓ Monthly strategy review + optimization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✓ Email support + quarterly business reviews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2416"/>
                </a:solidFill>
              </a:defRPr>
            </a:pPr>
            <a:r>
              <a:t>Getting Started: Next 7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Today: Review this proposal with your team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Day 2-3: Discovery call (30 min) review your booking process &amp; goals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Day 4-5: Custom demo of the platform pre-configured with YOUR lodge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Day 6-7: Sign contract &amp; launch - Calendly live, agents contacted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2416"/>
                </a:solidFill>
              </a:defRPr>
            </a:pPr>
            <a:r>
              <a:t>Common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Q: What if we don't meet targets?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  A: No penalties. Only pay on actual bookings. $500/month covers platform.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Q: Can we cancel?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  A: Yes, after 6 months. Most lodges see results in 30-60 days.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Q: Will this work with our existing system?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  A: Yes. Integrates with Airbnb, Booking.com, your website.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Q: Who owns our contact data?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A3A3A"/>
                </a:solidFill>
              </a:defRPr>
            </a:pPr>
            <a:r>
              <a:t>  A: You do. All data stays with you, transferable if you leave.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D4AF37"/>
                </a:solidFill>
              </a:defRPr>
            </a:pPr>
            <a:r>
              <a:t>The Offer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AF8F3"/>
                </a:solidFill>
              </a:defRPr>
            </a:pPr>
            <a:r>
              <a:t>Fully integrated booking + sales + account management system.</a:t>
            </a:r>
            <a:br/>
            <a:br/>
            <a:r>
              <a:t>No upfront risk. Pay for results.</a:t>
            </a:r>
            <a:br/>
            <a:br/>
            <a:r>
              <a:t>30-day trial. See it work before committing.</a:t>
            </a:r>
            <a:br/>
            <a:br/>
            <a:r>
              <a:t>Your data is yours. Always.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40,600+ travel professionals • 3x revenue potential • 90-day launch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